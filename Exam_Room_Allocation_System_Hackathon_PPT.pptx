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EXAM ROOM ALLOCATION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3200" dirty="0"/>
              <a:t>An intelligent system that automatically allocates students to examination rooms based on capacity, department, seating constraints, and exam requirements.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3200" dirty="0"/>
              <a:t>Team Members: Member 1: </a:t>
            </a:r>
            <a:r>
              <a:rPr lang="en-US" sz="3200" dirty="0"/>
              <a:t>komal.h.chhabria</a:t>
            </a:r>
            <a:r>
              <a:rPr sz="3200" dirty="0"/>
              <a:t>  |  Member 2: </a:t>
            </a:r>
            <a:r>
              <a:rPr lang="en-US" sz="3200" dirty="0"/>
              <a:t>sathish</a:t>
            </a:r>
            <a:r>
              <a:rPr sz="3200" dirty="0"/>
              <a:t> 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3200" dirty="0"/>
              <a:t>Problem Domain: Education | Examination Management |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069AA"/>
                </a:solidFill>
                <a:latin typeface="Aptos"/>
              </a:defRPr>
            </a:pPr>
            <a:r>
              <a:rPr dirty="0"/>
              <a:t>Real-World Problem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• Manual exam-room allocation is time-consuming.</a:t>
            </a:r>
            <a:br>
              <a:rPr sz="2000" dirty="0"/>
            </a:br>
            <a:r>
              <a:rPr sz="2000" dirty="0"/>
              <a:t>• Large numbers of students make allocation difficult.</a:t>
            </a:r>
            <a:br>
              <a:rPr sz="2000" dirty="0"/>
            </a:br>
            <a:r>
              <a:rPr sz="2000" dirty="0"/>
              <a:t>• Uneven room utilization can occur.</a:t>
            </a:r>
            <a:br>
              <a:rPr sz="2000" dirty="0"/>
            </a:br>
            <a:r>
              <a:rPr sz="2000" dirty="0"/>
              <a:t>• Maintaining proper seating arrangements is challenging.</a:t>
            </a:r>
          </a:p>
          <a:p>
            <a:pPr>
              <a:spcAft>
                <a:spcPts val="1200"/>
              </a:spcAft>
              <a:defRPr sz="1700" b="1">
                <a:solidFill>
                  <a:srgbClr val="3069AA"/>
                </a:solidFill>
                <a:latin typeface="Aptos"/>
              </a:defRPr>
            </a:pPr>
            <a:r>
              <a:rPr sz="2000" dirty="0"/>
              <a:t>Why It Matters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• Reduces administrative workload.</a:t>
            </a:r>
            <a:br>
              <a:rPr sz="2000" dirty="0"/>
            </a:br>
            <a:r>
              <a:rPr sz="2000" dirty="0"/>
              <a:t>• Minimizes allocation errors.</a:t>
            </a:r>
            <a:br>
              <a:rPr sz="2000" dirty="0"/>
            </a:br>
            <a:r>
              <a:rPr sz="2000" dirty="0"/>
              <a:t>• Saves time during examination preparation.</a:t>
            </a:r>
            <a:br>
              <a:rPr sz="2000" dirty="0"/>
            </a:br>
            <a:r>
              <a:rPr sz="2000" dirty="0"/>
              <a:t>• Improves student and invigilator management.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Key Challenges: Different room capacities • Large student batches • Avoiding duplicate/incorrect allocations • Managing departments and seating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OUR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Core Idea: Automatically generate an optimized examination seating plan using predefined rules and algorithms.</a:t>
            </a:r>
          </a:p>
          <a:p>
            <a:pPr>
              <a:spcAft>
                <a:spcPts val="1200"/>
              </a:spcAft>
              <a:defRPr sz="1700" b="1">
                <a:solidFill>
                  <a:srgbClr val="3069AA"/>
                </a:solidFill>
                <a:latin typeface="Aptos"/>
              </a:defRPr>
            </a:pPr>
            <a:r>
              <a:rPr sz="2400" dirty="0"/>
              <a:t>Key Features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• Automatic student allocation</a:t>
            </a:r>
            <a:br>
              <a:rPr sz="2400" dirty="0"/>
            </a:br>
            <a:r>
              <a:rPr sz="2400" dirty="0"/>
              <a:t>• Room-capacity management</a:t>
            </a:r>
            <a:br>
              <a:rPr sz="2400" dirty="0"/>
            </a:br>
            <a:r>
              <a:rPr sz="2400" dirty="0"/>
              <a:t>• Automatic seating-plan generation</a:t>
            </a:r>
            <a:br>
              <a:rPr sz="2400" dirty="0"/>
            </a:br>
            <a:r>
              <a:rPr sz="2400" dirty="0"/>
              <a:t>• Student/room search</a:t>
            </a:r>
            <a:br>
              <a:rPr sz="2400" dirty="0"/>
            </a:br>
            <a:r>
              <a:rPr sz="2400" dirty="0"/>
              <a:t>• Allocation summary</a:t>
            </a:r>
            <a:br>
              <a:rPr sz="2400" dirty="0"/>
            </a:br>
            <a:r>
              <a:rPr sz="2400" dirty="0"/>
              <a:t>• Printable allocation report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Unique Approach: Input student data → Apply allocation rules → Optimize rooms → Generate final seating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Student Data → Exam &amp; Room Details → Validate Input → Check Room Capacity → Apply Allocation Algorithm → Generate Seating Arrangement → Display / Export Results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Input: Student ID, Name, Department/Section, Exam, Available rooms, Room capacity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Processing: Sort students • Check available capacity • Allocate according to rules • Prevent duplicate allocation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400" dirty="0"/>
              <a:t>Output: Room-wise student list • Seat numbers • Remaining room capacity • Final allocation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TECHNOLOGY &amp;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5910" y="1298448"/>
            <a:ext cx="1042121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069AA"/>
                </a:solidFill>
                <a:latin typeface="Aptos"/>
              </a:defRPr>
            </a:pPr>
            <a:r>
              <a:rPr sz="2000" dirty="0"/>
              <a:t>Technology Stack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Frontend: HTML, CSS, JavaScript</a:t>
            </a:r>
            <a:br>
              <a:rPr sz="2000" dirty="0"/>
            </a:br>
            <a:r>
              <a:rPr sz="2000" dirty="0"/>
              <a:t>Backend: Java / Python / Node.js</a:t>
            </a:r>
            <a:br>
              <a:rPr sz="2000" dirty="0"/>
            </a:br>
            <a:r>
              <a:rPr sz="2000" dirty="0"/>
              <a:t>Database: MySQL / MongoDB</a:t>
            </a:r>
          </a:p>
          <a:p>
            <a:pPr>
              <a:spcAft>
                <a:spcPts val="1200"/>
              </a:spcAft>
              <a:defRPr sz="1700" b="1">
                <a:solidFill>
                  <a:srgbClr val="3069AA"/>
                </a:solidFill>
                <a:latin typeface="Aptos"/>
              </a:defRPr>
            </a:pPr>
            <a:r>
              <a:rPr sz="2000" dirty="0"/>
              <a:t>Main Algorithms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• Sorting Algorithm</a:t>
            </a:r>
            <a:br>
              <a:rPr sz="2000" dirty="0"/>
            </a:br>
            <a:r>
              <a:rPr sz="2000" dirty="0"/>
              <a:t>• Sequential/Greedy Allocation</a:t>
            </a:r>
            <a:br>
              <a:rPr sz="2000" dirty="0"/>
            </a:br>
            <a:r>
              <a:rPr sz="2000" dirty="0"/>
              <a:t>• Capacity Checking</a:t>
            </a:r>
            <a:br>
              <a:rPr sz="2000" dirty="0"/>
            </a:br>
            <a:r>
              <a:rPr sz="2000" dirty="0"/>
              <a:t>• Constraint Validation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Why These Algorithms? Simple to implement, fast for large datasets, easy to modify, and effective at preventing room over-capacity.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Complexity: Sorting — O(n log n) | Allocation — approximately O(n) | Overall — approximately O(n 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DEMO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Sample Input: 120 Students | 3 Rooms | Capacity 50 each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Sample Output</a:t>
            </a:r>
            <a:br>
              <a:rPr sz="2000" dirty="0"/>
            </a:br>
            <a:r>
              <a:rPr sz="2000" dirty="0"/>
              <a:t>Room 101 → 40 Students</a:t>
            </a:r>
            <a:br>
              <a:rPr sz="2000" dirty="0"/>
            </a:br>
            <a:r>
              <a:rPr sz="2000" dirty="0"/>
              <a:t>Room 102 → 40 Students</a:t>
            </a:r>
            <a:br>
              <a:rPr sz="2000" dirty="0"/>
            </a:br>
            <a:r>
              <a:rPr sz="2000" dirty="0"/>
              <a:t>Room 103 → 40 Students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Example Seat Allocation</a:t>
            </a:r>
            <a:br>
              <a:rPr sz="2000" dirty="0"/>
            </a:br>
            <a:r>
              <a:rPr sz="2000" dirty="0"/>
              <a:t>Room 101: Seat 1 → S001 | Seat 2 → S002 | Seat 3 → S003 | … | Seat 40 → S040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Practical Benefits: Faster allocation • Fewer manual errors • Better room utilization • Easy report generation • Supports large student populations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Demo Flow: Login/Input Page → Room Details → Generate Allocation → Final Seating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6"/>
                </a:solidFill>
                <a:latin typeface="Aptos Display"/>
              </a:defRPr>
            </a:pPr>
            <a:r>
              <a:t>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Current Achievement: Automated room allocation • Capacity-based distribution • Student-to-room mapping • Seating-plan generation</a:t>
            </a:r>
          </a:p>
          <a:p>
            <a:pPr>
              <a:spcAft>
                <a:spcPts val="1200"/>
              </a:spcAft>
              <a:defRPr sz="1700" b="1">
                <a:solidFill>
                  <a:srgbClr val="3069AA"/>
                </a:solidFill>
                <a:latin typeface="Aptos"/>
              </a:defRPr>
            </a:pPr>
            <a:r>
              <a:rPr sz="2000" dirty="0"/>
              <a:t>Future Improvements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• AI-based optimization</a:t>
            </a:r>
            <a:br>
              <a:rPr sz="2000" dirty="0"/>
            </a:br>
            <a:r>
              <a:rPr sz="2000" dirty="0"/>
              <a:t>• Mobile application</a:t>
            </a:r>
            <a:br>
              <a:rPr sz="2000" dirty="0"/>
            </a:br>
            <a:r>
              <a:rPr sz="2000" dirty="0"/>
              <a:t>• Automatic student notifications</a:t>
            </a:r>
            <a:br>
              <a:rPr sz="2000" dirty="0"/>
            </a:br>
            <a:r>
              <a:rPr sz="2000" dirty="0"/>
              <a:t>• QR-code-based room verification</a:t>
            </a:r>
            <a:br>
              <a:rPr sz="2000" dirty="0"/>
            </a:br>
            <a:r>
              <a:rPr sz="2000" dirty="0"/>
              <a:t>• Admin dashboard and analytics</a:t>
            </a:r>
            <a:br>
              <a:rPr sz="2000" dirty="0"/>
            </a:br>
            <a:r>
              <a:rPr sz="2000" dirty="0"/>
              <a:t>• Automatic reallocation when rooms change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Scalability: Expand to multiple departments, semesters, buildings, and examination centers.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“Smart allocation, less effort, error-free examination management.”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sz="2000" dirty="0"/>
              <a:t>THANK YOU  |  QUESTIONS &amp; ANSWERS?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06E"/>
                </a:solidFill>
                <a:latin typeface="Aptos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579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KOMAL CHHABRIA</cp:lastModifiedBy>
  <cp:revision>2</cp:revision>
  <dcterms:created xsi:type="dcterms:W3CDTF">2013-01-27T09:14:16Z</dcterms:created>
  <dcterms:modified xsi:type="dcterms:W3CDTF">2026-10-03T05:21:46Z</dcterms:modified>
  <cp:category/>
</cp:coreProperties>
</file>