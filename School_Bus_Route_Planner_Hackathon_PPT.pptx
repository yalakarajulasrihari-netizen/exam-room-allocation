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School Bus Route Planner 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/>
            </a:pPr>
            <a:r>
              <a:t>An intelligent route-planning system that creates efficient school-bus pickup routes based on road distances, student priorities, and bus capacity.</a:t>
            </a:r>
          </a:p>
          <a:p>
            <a:pPr>
              <a:spcAft>
                <a:spcPts val="1200"/>
              </a:spcAft>
              <a:defRPr sz="1900"/>
            </a:pPr>
            <a:r>
              <a:t>Team Members: [Member 1] • [Member 2] • [Member 3] • [Member 4]</a:t>
            </a:r>
          </a:p>
          <a:p>
            <a:pPr>
              <a:spcAft>
                <a:spcPts val="1200"/>
              </a:spcAft>
              <a:defRPr sz="1900"/>
            </a:pPr>
            <a:r>
              <a:t>Problem Domain: School Transportation &amp; Route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/>
            </a:pPr>
            <a:r>
              <a:t>Real-World Problem: School buses collect students from multiple locations while dealing with different road distances and limited capacity.</a:t>
            </a:r>
          </a:p>
          <a:p>
            <a:pPr>
              <a:spcAft>
                <a:spcPts val="1200"/>
              </a:spcAft>
              <a:defRPr sz="1600"/>
            </a:pPr>
            <a:r>
              <a:t>Why It Matters: Reduces unnecessary travel distance • Saves time and fuel • Helps students reach school efficiently • Improves transportation management.</a:t>
            </a:r>
          </a:p>
          <a:p>
            <a:pPr>
              <a:spcAft>
                <a:spcPts val="1200"/>
              </a:spcAft>
              <a:defRPr sz="1900"/>
            </a:pPr>
            <a:r>
              <a:t>Key Challenges: Finding shortest routes • Selecting pickup order • Managing bus capacity • Handling multiple pickup locations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/>
            </a:pPr>
            <a:r>
              <a:t>We combine Dijkstra, BFS, and Greedy algorithms to create an efficient and explainable school-bus route.</a:t>
            </a:r>
          </a:p>
          <a:p>
            <a:pPr>
              <a:spcAft>
                <a:spcPts val="1200"/>
              </a:spcAft>
              <a:defRPr sz="1900"/>
            </a:pPr>
            <a:r>
              <a:t>Dijkstra → shortest paths between stops</a:t>
            </a:r>
          </a:p>
          <a:p>
            <a:pPr>
              <a:spcAft>
                <a:spcPts val="1200"/>
              </a:spcAft>
              <a:defRPr sz="1900"/>
            </a:pPr>
            <a:r>
              <a:t>BFS → minimum-hop paths and reachability</a:t>
            </a:r>
          </a:p>
          <a:p>
            <a:pPr>
              <a:spcAft>
                <a:spcPts val="1200"/>
              </a:spcAft>
              <a:defRPr sz="1900"/>
            </a:pPr>
            <a:r>
              <a:t>Greedy → feasible pickup selection using priority and capacity</a:t>
            </a:r>
          </a:p>
          <a:p>
            <a:pPr>
              <a:spcAft>
                <a:spcPts val="1200"/>
              </a:spcAft>
              <a:defRPr sz="1600"/>
            </a:pPr>
            <a:r>
              <a:t>Key Features: Multiple stops • Capacity management • Shortest-distance calculation • Priority-based pickup • Explainable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It Works + 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/>
            </a:pPr>
            <a:r>
              <a:t>USER → React Frontend → Flask REST API → Python Routing Engine</a:t>
            </a:r>
          </a:p>
          <a:p>
            <a:pPr>
              <a:spcAft>
                <a:spcPts val="1200"/>
              </a:spcAft>
              <a:defRPr sz="1900"/>
            </a:pPr>
            <a:r>
              <a:t>Routing Engine: Dijkstra (shortest paths) • BFS (reachability/minimum hops) • Greedy (pickup order + capacity)</a:t>
            </a:r>
          </a:p>
          <a:p>
            <a:pPr>
              <a:spcAft>
                <a:spcPts val="1200"/>
              </a:spcAft>
              <a:defRPr sz="1900"/>
            </a:pPr>
            <a:r>
              <a:t>PostgreSQL: Students • Stops • Roads • Routes • Results</a:t>
            </a:r>
          </a:p>
          <a:p>
            <a:pPr>
              <a:spcAft>
                <a:spcPts val="1200"/>
              </a:spcAft>
              <a:defRPr sz="1900"/>
            </a:pPr>
            <a:r>
              <a:t>OUTPUT → Optimized Route • Pickup Order • Distance • Capacity • Algorithm Decisions</a:t>
            </a:r>
          </a:p>
          <a:p>
            <a:pPr>
              <a:spcAft>
                <a:spcPts val="1200"/>
              </a:spcAft>
              <a:defRPr sz="1900"/>
            </a:pPr>
            <a:r>
              <a:t>Workflow: Input → Build Graph → Dijkstra → Greedy → BFS → Final Route →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&amp;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/>
            </a:pPr>
            <a:r>
              <a:t>Technology Stack: React • Python + Flask • PostgreSQL</a:t>
            </a:r>
          </a:p>
          <a:p>
            <a:pPr>
              <a:spcAft>
                <a:spcPts val="1200"/>
              </a:spcAft>
              <a:defRPr sz="1900"/>
            </a:pPr>
            <a:r>
              <a:t>Dijkstra: Finds shortest paths for non-negative road costs.</a:t>
            </a:r>
          </a:p>
          <a:p>
            <a:pPr>
              <a:spcAft>
                <a:spcPts val="1200"/>
              </a:spcAft>
              <a:defRPr sz="1900"/>
            </a:pPr>
            <a:r>
              <a:t>BFS: Explores the graph level-by-level for minimum-hop paths and reachability.</a:t>
            </a:r>
          </a:p>
          <a:p>
            <a:pPr>
              <a:spcAft>
                <a:spcPts val="1200"/>
              </a:spcAft>
              <a:defRPr sz="1900"/>
            </a:pPr>
            <a:r>
              <a:t>Greedy: Makes the best feasible local choice for pickup selection.</a:t>
            </a:r>
          </a:p>
          <a:p>
            <a:pPr>
              <a:spcAft>
                <a:spcPts val="1200"/>
              </a:spcAft>
              <a:defRPr sz="1900"/>
            </a:pPr>
            <a:r>
              <a:t>Complexity: Dijkstra O((V + E) log V) • BFS O(V + E) • Greedy O(n log n) when stops are sorted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/>
            </a:pPr>
            <a:r>
              <a:t>Sample Input: Bus Capacity = 10 students</a:t>
            </a:r>
          </a:p>
          <a:p>
            <a:pPr>
              <a:spcAft>
                <a:spcPts val="1200"/>
              </a:spcAft>
              <a:defRPr sz="1900"/>
            </a:pPr>
            <a:r>
              <a:t>Stop A = 5 • Stop B = 3 • Stop C = 4 • Stop D = 2</a:t>
            </a:r>
          </a:p>
          <a:p>
            <a:pPr>
              <a:spcAft>
                <a:spcPts val="1200"/>
              </a:spcAft>
              <a:defRPr sz="1900"/>
            </a:pPr>
            <a:r>
              <a:t>Algorithm Decisions: 1) Select A → 5 students  2) Select C → 4 students  3) Skip D → capacity exceeded</a:t>
            </a:r>
          </a:p>
          <a:p>
            <a:pPr>
              <a:spcAft>
                <a:spcPts val="1200"/>
              </a:spcAft>
              <a:defRPr sz="1900"/>
            </a:pPr>
            <a:r>
              <a:t>Final Route: School → A → C → School</a:t>
            </a:r>
          </a:p>
          <a:p>
            <a:pPr>
              <a:spcAft>
                <a:spcPts val="1200"/>
              </a:spcAft>
              <a:defRPr sz="1900"/>
            </a:pPr>
            <a:r>
              <a:t>Students Picked Up: 9/10</a:t>
            </a:r>
          </a:p>
          <a:p>
            <a:pPr>
              <a:spcAft>
                <a:spcPts val="1200"/>
              </a:spcAft>
              <a:defRPr sz="1900"/>
            </a:pPr>
            <a:r>
              <a:t>Impact: Reduced unnecessary travel • Better capacity utilization • Efficient pickup planning • Explainable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/>
            </a:pPr>
            <a:r>
              <a:t>Current Achievement: Graph-based route representation • Shortest-path calculation • Capacity-aware pickup selection • BFS reachability • Explainable decisions</a:t>
            </a:r>
          </a:p>
          <a:p>
            <a:pPr>
              <a:spcAft>
                <a:spcPts val="1200"/>
              </a:spcAft>
              <a:defRPr sz="1600"/>
            </a:pPr>
            <a:r>
              <a:t>Future Improvements: Live maps • Real-time traffic • Mobile app • Multiple-bus optimization • AI demand prediction • Real-time notifications</a:t>
            </a:r>
          </a:p>
          <a:p>
            <a:pPr>
              <a:spcAft>
                <a:spcPts val="1200"/>
              </a:spcAft>
              <a:defRPr sz="1900"/>
            </a:pPr>
            <a:r>
              <a:t>Scalability: Expand to multiple buses, schools, routes, and large numbers of pickup locations.</a:t>
            </a:r>
          </a:p>
          <a:p>
            <a:pPr>
              <a:spcAft>
                <a:spcPts val="1200"/>
              </a:spcAft>
              <a:defRPr sz="1900"/>
            </a:pPr>
            <a:r>
              <a:t>“Smarter Routes. Less Travel. Better School Transportation.”</a:t>
            </a:r>
          </a:p>
          <a:p>
            <a:pPr>
              <a:spcAft>
                <a:spcPts val="1200"/>
              </a:spcAft>
              <a:defRPr sz="1900"/>
            </a:pPr>
            <a:r>
              <a:t>Thank You! |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